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Bold" panose="020B0604020202020204" charset="0"/>
      <p:regular r:id="rId17"/>
    </p:embeddedFont>
    <p:embeddedFont>
      <p:font typeface="Open Sans" panose="020B060603050402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63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2870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AgentTesla Malspam Campaign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32037"/>
            <a:ext cx="1385292" cy="266402"/>
          </a:xfrm>
          <a:prstGeom prst="roundRect">
            <a:avLst>
              <a:gd name="adj" fmla="val 17880"/>
            </a:avLst>
          </a:prstGeom>
          <a:solidFill>
            <a:srgbClr val="EBE2E0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2174528"/>
            <a:ext cx="167238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 INCIDENT REPORT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1952253" y="2127275"/>
            <a:ext cx="121495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42071" y="2174528"/>
            <a:ext cx="14925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DECEMBER 2024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38054" y="2127275"/>
            <a:ext cx="61436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835E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27871" y="2174528"/>
            <a:ext cx="8919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TLP:RED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6119" y="256267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Globex Manufacturing Ltd.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| Analyst: Ukah Paul | Classification: </a:t>
            </a:r>
            <a:r>
              <a:rPr lang="en-US" sz="11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2948955"/>
            <a:ext cx="4722763" cy="1006376"/>
          </a:xfrm>
          <a:prstGeom prst="roundRect">
            <a:avLst>
              <a:gd name="adj" fmla="val 5917"/>
            </a:avLst>
          </a:prstGeom>
          <a:solidFill>
            <a:srgbClr val="FFB3B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149724"/>
            <a:ext cx="177180" cy="141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6816" y="3111922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AgentTesla infostealer successfully delivered, executed, and exfiltrated ~38 KB of browser credentials and keylog data via cleartext FTP to an attacker-controlled server.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50490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Incident Overview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001390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38KB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705049" y="154282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Exfiltrated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26393" y="1795983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credentials and keylog data stolen across 4 files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37410" y="1001390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~20min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916067" y="154282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Keylog Duration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37410" y="1795983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keystroke capture before second FTP session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6393" y="2247379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705049" y="278881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FTP Sessions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6393" y="3041972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exfiltration sessions to attacker-controlled server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37410" y="2247379"/>
            <a:ext cx="4080197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916067" y="2788816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Risk Rating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37410" y="3041972"/>
            <a:ext cx="40801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Phishing-based malware infection with confirmed credential theft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6393" y="3445520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Incident Details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6393" y="3740497"/>
            <a:ext cx="3997003" cy="61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Organisation: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Globex Manufacturing Ltd.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Incident Date: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04 December 2024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Classification: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Phishing-based Malware Infection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5367" y="3445520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Analysis Scope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5367" y="3740497"/>
            <a:ext cx="3997003" cy="101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Email and Attachment Forensics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Network PCAP Investigation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Malware Family: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AgentTesla — keylogger, browser credential stealer, FTP exfiltrator</a:t>
            </a:r>
            <a:endParaRPr lang="en-US" sz="950" dirty="0"/>
          </a:p>
          <a:p>
            <a:pPr marL="342900" indent="-342900" algn="l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Victim Host: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DESKTOP-VJCRXEB — user gary.strickman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6623" y="361652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Threat Identified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816623" y="742355"/>
            <a:ext cx="261438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Was Delivered and What It Did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335" y="1045146"/>
            <a:ext cx="4954042" cy="7904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84501" y="117016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Attack Type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984501" y="1395040"/>
            <a:ext cx="464686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spear-phishing (malspam) via malicious attachment — email impersonating Turkish supplier Acron Su ve Çevre Teknolojileri A.Ş.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335" y="1922041"/>
            <a:ext cx="4954042" cy="948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84501" y="204705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Payload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3984501" y="2271936"/>
            <a:ext cx="4646861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SPECIFICATIONS.exe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— PE32 .NET assembly, 1.05 MB, compiled same day as delivery (2024-12-04 00:02). Delivered inside a RAR archive disguised with a .TAR extension.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2335" y="2956694"/>
            <a:ext cx="4954042" cy="9481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84501" y="308171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Evasion Technique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984501" y="3306589"/>
            <a:ext cx="4646861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masquerading chain — .TAR extension conceals a RAR archive hiding a Windows executable. MITRE T1036.008 (Masquerading: Wrong Extension) + T1027 (Obfuscated Files).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335" y="3991347"/>
            <a:ext cx="4954042" cy="79042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84501" y="411636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Confirmed Impact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984501" y="4341242"/>
            <a:ext cx="464686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credentials from Chrome and Edge stolen; 20 minutes of keystrokes captured; all data exfiltrated via cleartext FTP to attacker-controlled server at ftp.ercolina-usa.com.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3152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Attack Timeline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705520"/>
            <a:ext cx="28558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Email Delivery to Active Exfiltration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64782" y="999679"/>
            <a:ext cx="14288" cy="3113410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5" name="Shape 3"/>
          <p:cNvSpPr/>
          <p:nvPr/>
        </p:nvSpPr>
        <p:spPr>
          <a:xfrm>
            <a:off x="4138575" y="1114574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6" name="Shape 4"/>
          <p:cNvSpPr/>
          <p:nvPr/>
        </p:nvSpPr>
        <p:spPr>
          <a:xfrm>
            <a:off x="4449849" y="999679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0517" y="1019994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72507" y="103696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12:51 UTC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7336" y="1256333"/>
            <a:ext cx="3201888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Phishing email received. Subject: PURCHASE QUOTATION. Sender: sertan@acronas.com.tr (IP: 94.141.120.32). SPF softfail, DKIM none, DMARC none.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79714" y="1714872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11" name="Shape 9"/>
          <p:cNvSpPr/>
          <p:nvPr/>
        </p:nvSpPr>
        <p:spPr>
          <a:xfrm>
            <a:off x="4449849" y="1599977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0517" y="1620292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14627" y="163725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~21:20 UTC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14627" y="1856631"/>
            <a:ext cx="320196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Victim opens TECHNICAL SPECIFICATIONS.TAR and executes TECHNICAL SPECIFICATIONS.exe — approximately 8.5 hours after email receipt.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38575" y="2250728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9849" y="2135832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0517" y="2156147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72507" y="217311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T+0s (21:20:50)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7336" y="2392487"/>
            <a:ext cx="3201888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AgentTesla executes. First action: DNS query to api.ipify.org — public IP discovery. T+6s: DNS resolution of ftp.ercolina-usa.com → 192.254.225.136. FTP Session 1 initiated.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79714" y="2786583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9849" y="2671688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0517" y="2692003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14627" y="270897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T+7–9s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14627" y="2928342"/>
            <a:ext cx="320196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files exfiltrated in rapid succession: browser password dump (392 B), Chrome credentials (~23 KB), Edge credentials (~11 KB). Keylogger silently activates.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38575" y="3322439"/>
            <a:ext cx="325562" cy="14288"/>
          </a:xfrm>
          <a:prstGeom prst="roundRect">
            <a:avLst>
              <a:gd name="adj" fmla="val 319058"/>
            </a:avLst>
          </a:prstGeom>
          <a:solidFill>
            <a:srgbClr val="D1C8C6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9849" y="3207544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0517" y="3227859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672507" y="3244825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T+1211s (21:41:02)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336" y="3464198"/>
            <a:ext cx="3201888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FTP Session 2. Keylog data uploaded (~1.4 KB). Total stolen: ~38 KB across 4 files. C2 beacon interval confirmed at ~20 minutes (1,211 seconds).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7336" y="4206553"/>
            <a:ext cx="7489254" cy="510332"/>
          </a:xfrm>
          <a:prstGeom prst="roundRect">
            <a:avLst>
              <a:gd name="adj" fmla="val 8933"/>
            </a:avLst>
          </a:prstGeom>
          <a:solidFill>
            <a:srgbClr val="FFB3B4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31" y="4351958"/>
            <a:ext cx="135657" cy="10849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79984" y="4308425"/>
            <a:ext cx="7028111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time from execution to complete exfiltration: approximately 20 minutes and 12 seconds. All activity was automated — no further user interaction required after initial execution.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36947"/>
            <a:ext cx="319400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Email &amp; Sender Analysis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701055"/>
            <a:ext cx="245417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1 — Phishing Email Forensics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27373"/>
            <a:ext cx="3538463" cy="35384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06392" y="1066428"/>
            <a:ext cx="335808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Authentication Failures — All Three Controls Failed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04" y="1322189"/>
            <a:ext cx="3552751" cy="7845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9805" y="144274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SPF: Softfail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869805" y="1688529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Sending IP 94.141.120.32 not explicitly authorised by the domain's SPF record.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04" y="2186434"/>
            <a:ext cx="3552751" cy="7845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69805" y="230698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DKIM: None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869805" y="2552774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cryptographic signature present — message authenticity cannot be verified.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104" y="3050679"/>
            <a:ext cx="3552751" cy="7845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9805" y="317123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DMARC: None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869805" y="3417019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enforcement policy — email gateway had no automated rejection mechanism.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4706392" y="3924895"/>
            <a:ext cx="3538463" cy="791914"/>
          </a:xfrm>
          <a:prstGeom prst="roundRect">
            <a:avLst>
              <a:gd name="adj" fmla="val 5639"/>
            </a:avLst>
          </a:prstGeom>
          <a:solidFill>
            <a:srgbClr val="FCF2B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655" y="4079007"/>
            <a:ext cx="132904" cy="1062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51822" y="4023196"/>
            <a:ext cx="308677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IP subnet 94.141.120.0/24 was registered in RIPE </a:t>
            </a: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days AFTER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the attack — a classic throwaway/bulletproof hosting pattern via AS61087 (DGTL TECH UK LLP, virtual office address).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0114" y="288652"/>
            <a:ext cx="3690342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Attachment &amp; Payload Analysis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770114" y="619944"/>
            <a:ext cx="265040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1 — Malicious Attachment Forensics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114" y="872654"/>
            <a:ext cx="487263" cy="6503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4350" y="97006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Layer 1: .TAR Extension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324350" y="1162496"/>
            <a:ext cx="447853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Declared as TAR archive (application/x-tar) — designed to appear as a harmless technical document archive.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114" y="1523033"/>
            <a:ext cx="487263" cy="6503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4350" y="162044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Layer 2: RAR Archive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4324350" y="1812875"/>
            <a:ext cx="447853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Magic bytes confirm actual format is RAR v4, os: Win32 — MITRE T1036.008 (Masquerading: Wrong Extension).</a:t>
            </a:r>
            <a:endParaRPr lang="en-US" sz="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114" y="2173412"/>
            <a:ext cx="487263" cy="6503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4350" y="227082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Layer 3: PE32 .NET EXE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4324350" y="2463254"/>
            <a:ext cx="4478536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SPECIFICATIONS.exe — 1,096,704 bytes (1.05 MB), compiled 2024-12-04 00:02, same day as delivery. MITRE T1027.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3770114" y="2966145"/>
            <a:ext cx="2397547" cy="30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Static String Indicators (No Execution Required)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770114" y="3337620"/>
            <a:ext cx="2397547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pbHidePassword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, </a:t>
            </a: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txtPassword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, </a:t>
            </a: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pbShowPassword_Click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, </a:t>
            </a: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set_PasswordChar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— credential harvesting UI components embedded in binary strings</a:t>
            </a:r>
            <a:endParaRPr lang="en-US" sz="750" dirty="0"/>
          </a:p>
        </p:txBody>
      </p:sp>
      <p:sp>
        <p:nvSpPr>
          <p:cNvPr id="16" name="Text 10"/>
          <p:cNvSpPr/>
          <p:nvPr/>
        </p:nvSpPr>
        <p:spPr>
          <a:xfrm>
            <a:off x="3770114" y="3930848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VirusTotal Detections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3770114" y="4150072"/>
            <a:ext cx="2397547" cy="681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RAR Container: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MALICIOUS — Trojan/AgentTesla (Antiy-AVL: Trojan/Win32.AgentTesla Keylogger)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 Payload:</a:t>
            </a: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MALICIOUS — Trojan.msil/Strictor (multiple vendor detections)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410102" y="2966145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File Hashes (SHA256)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410102" y="3193777"/>
            <a:ext cx="2397547" cy="563910"/>
          </a:xfrm>
          <a:prstGeom prst="roundRect">
            <a:avLst>
              <a:gd name="adj" fmla="val 7259"/>
            </a:avLst>
          </a:prstGeom>
          <a:solidFill>
            <a:srgbClr val="FFB3B4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510" y="3330253"/>
            <a:ext cx="121816" cy="974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26734" y="3278386"/>
            <a:ext cx="198350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RAR: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</a:t>
            </a:r>
            <a:r>
              <a:rPr lang="en-US" sz="750" dirty="0">
                <a:solidFill>
                  <a:srgbClr val="000000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5c98308c69c84a57214442e2cadc9f8f0fcdbab8e6050f9915ac336b6f1d59f0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6410102" y="3833068"/>
            <a:ext cx="2397547" cy="563910"/>
          </a:xfrm>
          <a:prstGeom prst="roundRect">
            <a:avLst>
              <a:gd name="adj" fmla="val 7259"/>
            </a:avLst>
          </a:prstGeom>
          <a:solidFill>
            <a:srgbClr val="FFB3B4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510" y="3969544"/>
            <a:ext cx="121816" cy="974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26734" y="3917677"/>
            <a:ext cx="198350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</a:t>
            </a:r>
            <a:r>
              <a:rPr lang="en-US" sz="750" dirty="0">
                <a:solidFill>
                  <a:srgbClr val="000000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d1b068b826e3a9527cddd09866886caba895f390af930a9b35c027eb1c2db34c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7050"/>
            <a:ext cx="432263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Network Investigation Findings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724421"/>
            <a:ext cx="252181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Phase 2 — PCAP Forensic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8066" y="1138238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Infected Host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8066" y="1423392"/>
            <a:ext cx="3833366" cy="1472208"/>
          </a:xfrm>
          <a:prstGeom prst="roundRect">
            <a:avLst>
              <a:gd name="adj" fmla="val 32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947" y="1489025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32249" y="1489025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10.12.4.101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7947" y="178251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32249" y="178251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DESKTOP-VJCRXEB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947" y="207600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32249" y="207600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gary.strickman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947" y="2369493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249" y="2369493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Windows 11 Pro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947" y="2662982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IP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2249" y="2662982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173.66.46.97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8066" y="3000821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C2 / Exfiltration 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66" y="3285976"/>
            <a:ext cx="3833366" cy="1178719"/>
          </a:xfrm>
          <a:prstGeom prst="roundRect">
            <a:avLst>
              <a:gd name="adj" fmla="val 410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947" y="3351609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32249" y="3351609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ftp.ercolina-usa.com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947" y="3645098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32249" y="3645098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192.254.225.136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947" y="3938588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Protocol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32249" y="3938588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FTP Port 21 — cleartext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947" y="4232077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2249" y="4232077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Pure-FTPd [privsep]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7182" y="1138238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PCAP Summary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17182" y="1423392"/>
            <a:ext cx="1869877" cy="1014189"/>
          </a:xfrm>
          <a:prstGeom prst="roundRect">
            <a:avLst>
              <a:gd name="adj" fmla="val 47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063" y="154327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182 Total Frames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37063" y="1816745"/>
            <a:ext cx="16301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capture of malware network activity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80597" y="1423392"/>
            <a:ext cx="1869951" cy="1014189"/>
          </a:xfrm>
          <a:prstGeom prst="roundRect">
            <a:avLst>
              <a:gd name="adj" fmla="val 4770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0478" y="154327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42 FTP Control Frames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00478" y="1816745"/>
            <a:ext cx="1630189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Command channel — credentials transmitted in cleartext on the wire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7182" y="2531120"/>
            <a:ext cx="1869877" cy="1348160"/>
          </a:xfrm>
          <a:prstGeom prst="roundRect">
            <a:avLst>
              <a:gd name="adj" fmla="val 358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063" y="265100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27 FTP Data Frames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063" y="2924473"/>
            <a:ext cx="1630114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Active exfiltration confirmed — 4 files transferred across 2 sessions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80597" y="2531120"/>
            <a:ext cx="1869951" cy="1348160"/>
          </a:xfrm>
          <a:prstGeom prst="roundRect">
            <a:avLst>
              <a:gd name="adj" fmla="val 3588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0478" y="265100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 DNS Queries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0478" y="2924473"/>
            <a:ext cx="1630189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background noise — every query deliberate and malware-driven. C2 re-resolved before each beacon session.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17182" y="3984501"/>
            <a:ext cx="3833366" cy="726728"/>
          </a:xfrm>
          <a:prstGeom prst="roundRect">
            <a:avLst>
              <a:gd name="adj" fmla="val 6657"/>
            </a:avLst>
          </a:prstGeom>
          <a:solidFill>
            <a:srgbClr val="B6D6FC"/>
          </a:solidFill>
          <a:ln/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00" y="4156174"/>
            <a:ext cx="143917" cy="11511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091336" y="4097387"/>
            <a:ext cx="3344094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FTP credentials for account ben@ercolina-usa.com were transmitted in cleartext and are fully recoverable from the PCAP capture.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34566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Exfiltrated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665857"/>
            <a:ext cx="392735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the Attacker Stole — Four Files Recovered Directly from PCAP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209452" y="918567"/>
            <a:ext cx="6725022" cy="1511498"/>
          </a:xfrm>
          <a:prstGeom prst="roundRect">
            <a:avLst>
              <a:gd name="adj" fmla="val 27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4214" y="923330"/>
            <a:ext cx="6715497" cy="2214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11771" y="968276"/>
            <a:ext cx="10658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119982" y="968276"/>
            <a:ext cx="30780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Filename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40424" y="968276"/>
            <a:ext cx="92913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Size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611937" y="968276"/>
            <a:ext cx="267756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14214" y="1144786"/>
            <a:ext cx="6715497" cy="3530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11771" y="1189732"/>
            <a:ext cx="10658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PW_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19982" y="1189732"/>
            <a:ext cx="26208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PW_gary.strickman-DESKTOP-VJCRXEB_2024_12_04_21_20_57.html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40424" y="1189732"/>
            <a:ext cx="92913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392 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11937" y="1189732"/>
            <a:ext cx="267756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Saved browser password vault (Edge)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14214" y="1497806"/>
            <a:ext cx="6715497" cy="2214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11771" y="1542752"/>
            <a:ext cx="10658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CO_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119982" y="1542752"/>
            <a:ext cx="30780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CO_Chrome_Default.txt_...2024_12_04_21_21_03.txt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40424" y="1542752"/>
            <a:ext cx="92913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~23 KB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11937" y="1542752"/>
            <a:ext cx="267756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Chrome saved credentials &amp; session cookies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14214" y="1719263"/>
            <a:ext cx="6715497" cy="3530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11771" y="1764209"/>
            <a:ext cx="10658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CO_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19982" y="1764209"/>
            <a:ext cx="26208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CO_Edge Chromium_Default.txt_...2024_12_04_21_21_04.txt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40424" y="1764209"/>
            <a:ext cx="92913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~11 KB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11937" y="1764209"/>
            <a:ext cx="267756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Edge credentials &amp; cookie store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214214" y="2072283"/>
            <a:ext cx="6715497" cy="3530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11771" y="2117229"/>
            <a:ext cx="106583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KL_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119982" y="2117229"/>
            <a:ext cx="26208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KL_gary.strickman-DESKTOP-VJCRXEB_2024_12_04_21_41_04.html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40424" y="2117229"/>
            <a:ext cx="92913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~1.4 KB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11937" y="2117229"/>
            <a:ext cx="267756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minutes of captured keystrokes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209452" y="2554114"/>
            <a:ext cx="332065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~38KB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2260625" y="297462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Stolen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09452" y="3167063"/>
            <a:ext cx="332065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Across 2 automated FTP sessions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13821" y="2554114"/>
            <a:ext cx="332065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5664994" y="297462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Files Exfiltrated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13821" y="3167063"/>
            <a:ext cx="332065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recovered from PCAP in cleartext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09452" y="3481239"/>
            <a:ext cx="332065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~23KB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2260625" y="390175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Chrome Credentials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09452" y="4094187"/>
            <a:ext cx="332065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single file — saved passwords and session cookies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13821" y="3481239"/>
            <a:ext cx="332065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20min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664994" y="390175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Keystrokes Captured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13821" y="4094187"/>
            <a:ext cx="332065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Silent keylogger active between FTP Session 1 and Session 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209452" y="4301133"/>
            <a:ext cx="6725022" cy="432346"/>
          </a:xfrm>
          <a:prstGeom prst="roundRect">
            <a:avLst>
              <a:gd name="adj" fmla="val 9468"/>
            </a:avLst>
          </a:prstGeom>
          <a:solidFill>
            <a:srgbClr val="FFB3B4"/>
          </a:solidFill>
          <a:ln/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60" y="4428083"/>
            <a:ext cx="121816" cy="9740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526084" y="4385742"/>
            <a:ext cx="631098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credentials for user gary.strickman must be treated as fully compromised.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This includes browser-stored passwords, corporate accounts, and all SSO identities accessible from the affected workstation.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8882"/>
            <a:ext cx="342074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MITRE ATT&amp;CK Mapping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711250"/>
            <a:ext cx="343755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Adversary Techniques Identified Across Both Phases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098872"/>
            <a:ext cx="3612207" cy="36122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071" y="1298749"/>
            <a:ext cx="1764581" cy="14114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31854" y="1721644"/>
            <a:ext cx="148902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Initial Access &amp; Execution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831854" y="1974205"/>
            <a:ext cx="151901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T1566.001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Spear Phishing Attachment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T1204.002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User Execution: Malicious File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6697" y="1298749"/>
            <a:ext cx="1764581" cy="14114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79481" y="172164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Defense Evasion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679481" y="1974205"/>
            <a:ext cx="1519014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T1036.008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Masquerading: Wrong Extension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T1027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Obfuscated Files or Information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071" y="2793206"/>
            <a:ext cx="1764581" cy="17179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831854" y="321610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Collection &amp; Discovery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831854" y="3468663"/>
            <a:ext cx="1519014" cy="919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T1056.001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Input Capture: Keylogging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T1555.003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Credentials from Web Browsers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T1016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System Network Configuration Discovery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6697" y="2793206"/>
            <a:ext cx="1764581" cy="171799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9481" y="321610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C2 &amp; Exfiltration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679481" y="3468663"/>
            <a:ext cx="1519014" cy="766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T1071.002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Application Layer Protocol: FTP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T1041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Exfiltration Over C2 Channel</a:t>
            </a:r>
            <a:endParaRPr lang="en-US" sz="8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T1020</a:t>
            </a: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Automated Exfiltration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3518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Recommended Actions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631106"/>
            <a:ext cx="210971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Immediate Response Priorities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56605" y="900187"/>
            <a:ext cx="3478709" cy="1546696"/>
          </a:xfrm>
          <a:prstGeom prst="roundRect">
            <a:avLst>
              <a:gd name="adj" fmla="val 276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3241" y="1006822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835E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7254" y="1090836"/>
            <a:ext cx="137517" cy="1375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3241" y="138566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Contain — Now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63241" y="1588815"/>
            <a:ext cx="3265438" cy="751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Isolate DESKTOP-VJCRXEB (10.12.4.101) from network — pending full forensic imaging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IPs 94.141.120.32, 94.141.120.0/24, 192.254.225.136 at perimeter firewall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domain ftp.ercolina-usa.com at DNS and proxy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08537" y="900187"/>
            <a:ext cx="3478783" cy="1546696"/>
          </a:xfrm>
          <a:prstGeom prst="roundRect">
            <a:avLst>
              <a:gd name="adj" fmla="val 2767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5173" y="1006822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835E5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9186" y="1090836"/>
            <a:ext cx="137517" cy="1375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5173" y="1385664"/>
            <a:ext cx="143500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Credential Reset — Urgent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15173" y="1588815"/>
            <a:ext cx="3265512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Mandatory reset of all credentials for user gary.strickman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Browser-stored passwords, corporate accounts, and SSO identities all confirmed compromised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1056605" y="2520107"/>
            <a:ext cx="3478709" cy="1572295"/>
          </a:xfrm>
          <a:prstGeom prst="roundRect">
            <a:avLst>
              <a:gd name="adj" fmla="val 272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63241" y="2626742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835E5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7254" y="2710755"/>
            <a:ext cx="137517" cy="1375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3241" y="3005584"/>
            <a:ext cx="140843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Email Gateway Hardening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63241" y="3208734"/>
            <a:ext cx="3265438" cy="611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compressed archives containing executables at email gateway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Quarantine SPF softfail messages; enforce DMARC p=reject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Flag .TAR/.RAR attachments containing .exe for analyst review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08537" y="2520107"/>
            <a:ext cx="3478783" cy="1572295"/>
          </a:xfrm>
          <a:prstGeom prst="roundRect">
            <a:avLst>
              <a:gd name="adj" fmla="val 2722"/>
            </a:avLst>
          </a:prstGeom>
          <a:solidFill>
            <a:srgbClr val="EBE2E0"/>
          </a:solidFill>
          <a:ln w="4763">
            <a:solidFill>
              <a:srgbClr val="D1C8C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15173" y="2626742"/>
            <a:ext cx="305619" cy="305619"/>
          </a:xfrm>
          <a:prstGeom prst="roundRect">
            <a:avLst>
              <a:gd name="adj" fmla="val 18697884"/>
            </a:avLst>
          </a:prstGeom>
          <a:solidFill>
            <a:srgbClr val="835E5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9186" y="2710755"/>
            <a:ext cx="137517" cy="1375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15173" y="300558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SIEM / Threat Hunting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15173" y="3208734"/>
            <a:ext cx="3265512" cy="7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all SHA256 hashes to EDR and SIEM detection rules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Hunt for DNS queries to api.ipify.org followed by outbound FTP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 for PW_/CO_/KL_ file naming patterns in endpoint logs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 outbound FTP (port 21) from all workstations — not a business-required protocol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1056605" y="4174778"/>
            <a:ext cx="7030715" cy="602754"/>
          </a:xfrm>
          <a:prstGeom prst="roundRect">
            <a:avLst>
              <a:gd name="adj" fmla="val 7100"/>
            </a:avLst>
          </a:prstGeom>
          <a:solidFill>
            <a:srgbClr val="B6D6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478" y="4308202"/>
            <a:ext cx="127322" cy="10187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87673" y="4266084"/>
            <a:ext cx="659777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IOCs for Immediate Deployment: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Network: 94.141.120.32 / 94.141.120.0/24 / 192.254.225.136 / ftp.ercolina-usa.com | Email: sertan@acronas.com.tr / acronas.com.tr | Hashes: RAR </a:t>
            </a:r>
            <a:r>
              <a:rPr lang="en-US" sz="800" dirty="0">
                <a:solidFill>
                  <a:srgbClr val="000000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5c98308c…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/ EXE </a:t>
            </a:r>
            <a:r>
              <a:rPr lang="en-US" sz="800" dirty="0">
                <a:solidFill>
                  <a:srgbClr val="000000"/>
                </a:solidFill>
                <a:highlight>
                  <a:srgbClr val="F2EF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d1b068b8…</a:t>
            </a: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 xml:space="preserve"> | Behavioural: Outbound FTP port 21 from workstations + api.ipify.org DNS queries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1368</Words>
  <Application>Microsoft Office PowerPoint</Application>
  <PresentationFormat>On-screen Show (16:9)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Arial</vt:lpstr>
      <vt:lpstr>Consolas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Paul .</cp:lastModifiedBy>
  <cp:revision>2</cp:revision>
  <dcterms:created xsi:type="dcterms:W3CDTF">2026-06-06T06:35:42Z</dcterms:created>
  <dcterms:modified xsi:type="dcterms:W3CDTF">2026-06-06T06:36:43Z</dcterms:modified>
</cp:coreProperties>
</file>